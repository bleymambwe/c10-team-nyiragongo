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32238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Development</c:v>
                  </c:pt>
                  <c:pt idx="1">
                    <c:v>Testing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89.76</c:v>
                </c:pt>
                <c:pt idx="1">
                  <c:v>92.35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32238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 w="12700" cap="flat">
          <a:solidFill>
            <a:srgbClr val="F8FAFC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and artifacts/testing_submission_result.json in the submission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docs/problem_statement.pdf.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docs/data_card.pdf and artifacts/kaggle/select/source_hygiene.json.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src/probe/extract.py, src/probe/select.py, and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README.md, src/probe/select.py, and artifacts/final_submission_result.json.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artifacts/final_submission_result.json and the source-transfer results summarized in README.md. Accuracy values are percentages.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README.md, run_kaggle.py, and tests/.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docs/impact_statement_card.pdf and docs/stakeholder_engagement.pdf.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and SUBMISSION_CHECKLIST.md.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LATENT PROBING FOR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TOXICITY DETECTION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04672" y="29077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5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frozen Gemma representation and one analytical linear probe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2527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92.35%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854964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CodaBench testing accuracy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1,256 of 1,360 correct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4800600"/>
            <a:ext cx="10515600" cy="0"/>
          </a:xfrm>
          <a:prstGeom prst="line">
            <a:avLst/>
          </a:prstGeom>
          <a:noFill/>
          <a:ln w="15240">
            <a:solidFill>
              <a:srgbClr val="3150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50474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5440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5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Saturdays Lagos, Cohort 10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5897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Blessings Mambwe, Fafemi Adeola, Musonda Musunga, and Hamna Kaleem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235440" y="58978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Mentor: Moses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"/>
            <a:ext cx="12191695" cy="411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   AI SATURDAYS LAGOS, COHORT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656539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Probing for Toxicity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43891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1792" y="987552"/>
            <a:ext cx="1143000" cy="0"/>
          </a:xfrm>
          <a:prstGeom prst="line">
            <a:avLst/>
          </a:prstGeom>
          <a:noFill/>
          <a:ln w="304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86868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changes the meaning of harmful language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353312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 cannot absorb the full volume of platform and conversational AI content. Keyword filters miss implicit hostility and often misread quotation, counterspeech, reclaimed terms, and dialect.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26680" y="1389888"/>
            <a:ext cx="0" cy="420624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3533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173736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 frozen language model encode a toxicity signal that a small, interpretable classifier can recover?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58368" y="2880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BEARS THE COST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246120"/>
            <a:ext cx="630936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targeted by abuse lose safety and participation.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Moderators face repeated exposure and inconsistent queues.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Communities can face false positives when identity terms or dialects become shortcuts.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092440" y="38862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supports review and prioritisation. It does not determine intent, legality, or sanctions.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"/>
            <a:ext cx="12191695" cy="411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   AI SATURDAYS LAGOS, COHORT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656539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Probing for Toxicity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43891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1792" y="987552"/>
            <a:ext cx="1143000" cy="0"/>
          </a:xfrm>
          <a:prstGeom prst="line">
            <a:avLst/>
          </a:prstGeom>
          <a:noFill/>
          <a:ln w="304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86868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multi-source corpus tests more than one platform style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149,528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85800" y="18653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extracted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108,468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474720" y="18653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rows retained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3258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263640" y="18653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after hygiene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0" y="13258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9052560" y="18653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families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2423160"/>
            <a:ext cx="10789920" cy="0"/>
          </a:xfrm>
          <a:prstGeom prst="line">
            <a:avLst/>
          </a:prstGeom>
          <a:noFill/>
          <a:ln w="12700">
            <a:solidFill>
              <a:srgbClr val="C8D5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743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FAMILIES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063240"/>
            <a:ext cx="5532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Civil Comments, Twitter toxicity and offensiveness corpora, Wikipedia attacks, Berkeley hate speech, RealToxicityPrompts, Aegis Safety, Offensive Language, HateCheck, and ToxicChat.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675120" y="27432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AND GOVERNANCE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3063240"/>
            <a:ext cx="47091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label: toxic or hostile versus non-toxic.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taxonomies are mapped into one task, which loses context and severity.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text and activations stay outside Git because of licence, size, and safety constraints.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5257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Source-aware validation keeps the origin of each example visible during model selection.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"/>
            <a:ext cx="12191695" cy="411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   AI SATURDAYS LAGOS, COHORT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656539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Probing for Toxicity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43891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architecture and framework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1792" y="987552"/>
            <a:ext cx="1143000" cy="0"/>
          </a:xfrm>
          <a:prstGeom prst="line">
            <a:avLst/>
          </a:prstGeom>
          <a:noFill/>
          <a:ln w="304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86868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language model remains frozen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43000" y="2880360"/>
            <a:ext cx="9738360" cy="0"/>
          </a:xfrm>
          <a:prstGeom prst="line">
            <a:avLst/>
          </a:prstGeom>
          <a:noFill/>
          <a:ln w="25400">
            <a:solidFill>
              <a:srgbClr val="C8D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1288" y="2615184"/>
            <a:ext cx="530352" cy="530352"/>
          </a:xfrm>
          <a:prstGeom prst="ellipse">
            <a:avLst/>
          </a:prstGeom>
          <a:solidFill>
            <a:srgbClr val="1B5E8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27340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37673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Hugging Face tokenizer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 tokens maximum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474720" y="2615184"/>
            <a:ext cx="530352" cy="530352"/>
          </a:xfrm>
          <a:prstGeom prst="ellipse">
            <a:avLst/>
          </a:prstGeom>
          <a:solidFill>
            <a:srgbClr val="1B5E8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1296" y="27340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16352" y="3337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816352" y="37673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 and Gemma 2 2B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state index 14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788152" y="2615184"/>
            <a:ext cx="530352" cy="530352"/>
          </a:xfrm>
          <a:prstGeom prst="ellipse">
            <a:avLst/>
          </a:prstGeom>
          <a:solidFill>
            <a:srgbClr val="1B5E8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4728" y="27340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9784" y="3337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29784" y="37673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mean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2,304 features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101584" y="2615184"/>
            <a:ext cx="530352" cy="530352"/>
          </a:xfrm>
          <a:prstGeom prst="ellipse">
            <a:avLst/>
          </a:prstGeom>
          <a:solidFill>
            <a:srgbClr val="1B5E8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7340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3216" y="3337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43216" y="37673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mean and scale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feature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0415016" y="2615184"/>
            <a:ext cx="530352" cy="530352"/>
          </a:xfrm>
          <a:prstGeom prst="ellipse">
            <a:avLst/>
          </a:prstGeom>
          <a:solidFill>
            <a:srgbClr val="00A6A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51592" y="27340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56648" y="3337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756648" y="37673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shrinkage LDA head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0.6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051560" y="5074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Framework: PyTorch and Hugging Face Transformers for representations. NumPy and scikit-learn-compatible routines for probe selection and fitting.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"/>
            <a:ext cx="12191695" cy="411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   AI SATURDAYS LAGOS, COHORT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656539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Probing for Toxicity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43891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and validation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1792" y="987552"/>
            <a:ext cx="1143000" cy="0"/>
          </a:xfrm>
          <a:prstGeom prst="line">
            <a:avLst/>
          </a:prstGeom>
          <a:noFill/>
          <a:ln w="304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86868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Closed-form LDA has no learning rate, optimizer, or epochs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298448"/>
          <a:ext cx="10789920" cy="4892040"/>
        </p:xfrm>
        <a:graphic>
          <a:graphicData uri="http://schemas.openxmlformats.org/drawingml/2006/table">
            <a:tbl>
              <a:tblPr/>
              <a:tblGrid>
                <a:gridCol w="3291840"/>
                <a:gridCol w="7498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Setting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configuration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Backbone training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None. Gemma weights remain frozen.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Probe fit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analytical covariance estimate and linear solve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Learning rate / optimizer / epochs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applicable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LDA shrinkage search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0.02, 0.1, 0.3, 0.6, 0.9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Selected shrinkage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training rows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108,468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 validation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 family-held-out folds; training capped at 40,000 rows per selection fold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Competition development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1,700 rows for packaged-candidate comparison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Competition testing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1,360 rows for final evaluation only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rule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 scores; top 12/17 of each batch receives label 1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"/>
            <a:ext cx="12191695" cy="411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   AI SATURDAYS LAGOS, COHORT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656539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Probing for Toxicity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43891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results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1792" y="987552"/>
            <a:ext cx="1143000" cy="0"/>
          </a:xfrm>
          <a:prstGeom prst="line">
            <a:avLst/>
          </a:prstGeom>
          <a:noFill/>
          <a:ln w="304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86868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submission performs best on the held-out competition test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325880"/>
          <a:ext cx="67665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8001000" y="15087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TRANSFER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01000" y="19385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79.59%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8001000" y="260604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pooled family-held-out accuracy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01000" y="34015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83.22%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001000" y="40690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pooled family-held-out AUROC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01000" y="4892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transfer remains the main measured limitation.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"/>
            <a:ext cx="12191695" cy="411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   AI SATURDAYS LAGOS, COHORT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656539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Probing for Toxicity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43891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assurance and reproduction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1792" y="987552"/>
            <a:ext cx="1143000" cy="0"/>
          </a:xfrm>
          <a:prstGeom prst="line">
            <a:avLst/>
          </a:prstGeom>
          <a:noFill/>
          <a:ln w="304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86868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released artifact has a direct verification path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MODEL CHECKS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52120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contract verifies Gemma 2, 26 blocks, hidden width 2,304, layer index 14, and 64-token truncation.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hygiene removes unusable datasets and records retained rows by source.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seeds keep extraction and selection repeatable.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13258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CHECKS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507492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Schema, row count, labels, archive contents, and quota behavior are tested.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Parity checks compare the fitted head with the packaged classifier.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final ZIP is published with its SHA-256 digest.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10744200" cy="0"/>
          </a:xfrm>
          <a:prstGeom prst="line">
            <a:avLst/>
          </a:prstGeom>
          <a:noFill/>
          <a:ln w="12700">
            <a:solidFill>
              <a:srgbClr val="C8D5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56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Reproduction path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34640" y="4937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extract, check status, select, pull, then run tests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34640" y="5440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7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tests pass in the final repository state.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"/>
            <a:ext cx="12191695" cy="411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   AI SATURDAYS LAGOS, COHORT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656539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Probing for Toxicity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43891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and stakeholder safeguards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1792" y="987552"/>
            <a:ext cx="1143000" cy="0"/>
          </a:xfrm>
          <a:prstGeom prst="line">
            <a:avLst/>
          </a:prstGeom>
          <a:noFill/>
          <a:ln w="304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86868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supports human review and remains subject to local policy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353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BENEFIT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moderation queues and provide a reproducible baseline for safety research without fine-tuning the full language model.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434840" y="13533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RISK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691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positives can silence legitimate speech. False negatives leave targets exposed. Source-transfer results show that domain composition matters.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138160" y="13533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CONDITIONS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38160" y="16916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review, subgroup audits, calibrated thresholds, appeals, security controls, and drift monitoring are required.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685800" y="3401568"/>
            <a:ext cx="106984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67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plan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4251960"/>
            <a:ext cx="65836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Affected users review labels, borderline examples, explanations, and appeals.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Deploying organizations map workflow ownership, monitoring, escalation, and rollback.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shadow pilot precedes any limited operational use.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4069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56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engagement activities are a proposed governance plan. They are not presented as completed field research.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"/>
            <a:ext cx="12191695" cy="411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   AI SATURDAYS LAGOS, COHORT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656539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Probing for Toxicity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43891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and submission package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1792" y="987552"/>
            <a:ext cx="1143000" cy="0"/>
          </a:xfrm>
          <a:prstGeom prst="line">
            <a:avLst/>
          </a:prstGeom>
          <a:noFill/>
          <a:ln w="304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86868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required is one click from the repository root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298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NYRIAGONGO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64208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leader: Blessings Mambwe - bleymambwe@gmail.com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Fafemi Adeola - adeola5678@gmail.com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Musonda Musunga - mamusonda@gmail.com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Hamna Kaleem - hamnanmah@gmail.com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Mentor: Moses - guymodscientist@gmail.com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5800" y="409651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four team contributors receive equal contribution credit.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4645152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Hamna is also in another team. Her Team nyriagongo role covered shared research and Cohort Challenge work and does not imply exclusive membership.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0" cy="443484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298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ORGANISER FILES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9400" y="1664208"/>
            <a:ext cx="461772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with dataset, training, evaluation, reproduction, and team details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required PDFs in docs/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Preprint in paper/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 notebook and reproducible source code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final submission ZIP and score records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29400" y="48006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5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github.com/bleymambwe/latent-probing-for-toxicity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53766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56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manual step: submit the official Google Form before the deadline.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Saturdays Lagos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Probing for Toxicity Detection</dc:title>
  <dc:subject>Cohort 10 submission overview</dc:subject>
  <dc:creator>Team Latent Lens</dc:creator>
  <cp:lastModifiedBy>Team Latent Lens</cp:lastModifiedBy>
  <cp:revision>1</cp:revision>
  <dcterms:created xsi:type="dcterms:W3CDTF">2026-09-10T22:38:38Z</dcterms:created>
  <dcterms:modified xsi:type="dcterms:W3CDTF">2026-09-10T22:38:38Z</dcterms:modified>
</cp:coreProperties>
</file>