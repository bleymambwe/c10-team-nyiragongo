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 let the headlines speak for themselves before moving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Broset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 Our fuller literature review, including Arditi and colleagues' refusal-direction paper, Ivanova's bridge between neuroscience and neural networks, Li and colleagues' clinical Dark Triad tests on LLMs, Waldis and colleagues' aligned probing study, and Chia and colleagues' work on adversarial latent subspaces, lives in the GitHub repo rather than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fit the probe, once, offline. Standardise every feature, take each class's mean, and the shared covariance between them. We shrink that covariance toward a scaled identity, with lambda 0.6, so it stays well-conditioned in 2,304 dimensions. Then one linear solve gives us the direction w. No gradients, no epochs, no training loop — it's a single matrix equation.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test time, we score every text by projecting onto the direction w we just solved for, then we rank the whole batch from highest to lowest score. Instead of a fixed cutoff, we label the top 12 of every 17 as toxic, because that matches the class balance we inferred from our development-phase results, it held on the test set, and ranking is robust even if the raw scores shift up or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 And why this matters in practice: the whole probe is a 53 kilobyte file that reads a state the model computes anyway. CodaBench scored all 1,360 test texts in five hundredths of a second. That makes it a cheap first-pass flag that can trigger heavier safety checks only when they are needed, which is exactly the value the organisers' brief asked us to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Thanks to our mentor Moses Olafenwa and to TRI AI. Everything, including the exact submitted file, is reproducible from our GitHub repo.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gi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gif"/><Relationship Id="rId4"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1.png"/>
          <p:cNvPicPr>
            <a:picLocks noChangeAspect="1"/>
          </p:cNvPicPr>
          <p:nvPr/>
        </p:nvPicPr>
        <p:blipFill>
          <a:blip r:embed="rId2"/>
          <a:stretch>
            <a:fillRect/>
          </a:stretch>
        </p:blipFill>
        <p:spPr>
          <a:xfrm>
            <a:off x="0" y="0"/>
            <a:ext cx="12192000" cy="6858000"/>
          </a:xfrm>
          <a:prstGeom prst="rect">
            <a:avLst/>
          </a:prstGeom>
        </p:spPr>
      </p:pic>
      <p:pic>
        <p:nvPicPr>
          <p:cNvPr id="3" name="Picture 2" descr="signal_flow_small.gif"/>
          <p:cNvPicPr>
            <a:picLocks noChangeAspect="1"/>
          </p:cNvPicPr>
          <p:nvPr/>
        </p:nvPicPr>
        <p:blipFill>
          <a:blip r:embed="rId3"/>
          <a:stretch>
            <a:fillRect/>
          </a:stretch>
        </p:blipFill>
        <p:spPr>
          <a:xfrm>
            <a:off x="8026400" y="1587500"/>
            <a:ext cx="3556000" cy="355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3.png"/>
          <p:cNvPicPr>
            <a:picLocks noChangeAspect="1"/>
          </p:cNvPicPr>
          <p:nvPr/>
        </p:nvPicPr>
        <p:blipFill>
          <a:blip r:embed="rId2"/>
          <a:stretch>
            <a:fillRect/>
          </a:stretch>
        </p:blipFill>
        <p:spPr>
          <a:xfrm>
            <a:off x="0" y="0"/>
            <a:ext cx="12192000" cy="6858000"/>
          </a:xfrm>
          <a:prstGeom prst="rect">
            <a:avLst/>
          </a:prstGeom>
        </p:spPr>
      </p:pic>
      <p:pic>
        <p:nvPicPr>
          <p:cNvPr id="3" name="Picture 2" descr="codingsf1.gif"/>
          <p:cNvPicPr>
            <a:picLocks noChangeAspect="1"/>
          </p:cNvPicPr>
          <p:nvPr/>
        </p:nvPicPr>
        <p:blipFill>
          <a:blip r:embed="rId3"/>
          <a:stretch>
            <a:fillRect/>
          </a:stretch>
        </p:blipFill>
        <p:spPr>
          <a:xfrm>
            <a:off x="4064000" y="1798935"/>
            <a:ext cx="4064000" cy="228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d_17.png"/>
          <p:cNvPicPr>
            <a:picLocks noChangeAspect="1"/>
          </p:cNvPicPr>
          <p:nvPr/>
        </p:nvPicPr>
        <p:blipFill>
          <a:blip r:embed="rId2"/>
          <a:stretch>
            <a:fillRect/>
          </a:stretch>
        </p:blipFill>
        <p:spPr>
          <a:xfrm>
            <a:off x="0" y="0"/>
            <a:ext cx="12192000" cy="6858000"/>
          </a:xfrm>
          <a:prstGeom prst="rect">
            <a:avLst/>
          </a:prstGeom>
        </p:spPr>
      </p:pic>
      <p:pic>
        <p:nvPicPr>
          <p:cNvPr id="3" name="Picture 2" descr="probe_separation.gif"/>
          <p:cNvPicPr>
            <a:picLocks noChangeAspect="1"/>
          </p:cNvPicPr>
          <p:nvPr/>
        </p:nvPicPr>
        <p:blipFill>
          <a:blip r:embed="rId3"/>
          <a:stretch>
            <a:fillRect/>
          </a:stretch>
        </p:blipFill>
        <p:spPr>
          <a:xfrm>
            <a:off x="8026400" y="1460500"/>
            <a:ext cx="3556000" cy="355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